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AC59F-8B55-1916-C2C5-4E14335B4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39A879-7D1A-C566-BF02-8950B2E6A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D80B46-7C99-13AF-8728-84FC37D5F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B02289-1D7A-4D7D-03EB-68C2D006B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D177D-15A5-E462-5611-FA1010A4F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9094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6F1B63-85FC-78A5-E3BC-25E8E67FF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B2A92-3BD4-FC8E-6FA1-7FB9D7B01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4F3EC2-BF20-20AB-BD2C-D8E55D224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837AB-64D5-0726-8F46-B65DF0B6C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6C9533-24B2-2DF4-10CE-A2FFBCBDF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5302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D16C4-090E-9D18-B5E4-F56744B6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22C869-1BA3-A0D6-2FAB-36DF13122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624904-EFC0-2E6B-B622-54CFCC04F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F511C0-E176-5175-3E3E-FCE0E40CC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D89B29-990A-1FF0-C03C-25C24C9A8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837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657508-4E21-CA07-50ED-C6C45229D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DCA4D5-6A42-0BF9-235C-9C0F4235C4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EF77AC-BDAE-F96A-4357-E879CBD433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63D059-A6F4-4F63-F192-E69FBF981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4FF1BF-F75C-7D15-A35A-6D54639AD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1DB8ED-4A60-A503-D22A-151128A4E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694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6BF81-8DF8-7C6B-FDF6-DFDB7A404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9603DE-CC23-A83B-A7FA-0BB3B3DC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6089D44-F9E5-9F5E-1321-7540E2BC09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54C9832-5348-F636-D51D-186528C2F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B46FA82-39C1-988A-0E92-2408E760D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67270AE-DBC7-A3DF-9B37-0902DB61E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A14CE2A-941D-57B9-6E57-7D14A7F0D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C3383E2-F4B7-F0C7-39C5-0DF588F98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2668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7F6C1-81C3-B15A-04AE-733A38BE7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22F45D-6A29-D240-9F9D-F4EEBD48B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4469AF-4A12-7CC0-6BE0-A19CB56F5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C135-6DAC-EC95-5C20-76250E36E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25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A07BA6E-A72F-52BE-EBF5-C1124963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42DD5-564D-B1E3-C5CE-6B48CE8F2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3E8A1A-5372-6964-ACA5-F708A493E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13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FE1141-1BCB-6D34-D22F-4C9988D37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28520-3821-3712-ACA2-BD2F86F24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B645626-DB7B-6B88-7599-2D80B515E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8A37FC-3A91-EC41-4241-94FBA8D0A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7CBC0D-4020-24E6-4E7F-6DB8A1C35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A10E8E-F945-E260-F37E-411DE7BC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2272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19C84-9FEE-88E6-02ED-96C11FECF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E75A891-7D29-6213-7CF5-938914443A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85FC26-C810-A2B4-D34E-AEE7C7E6FE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021DB5-36AA-151F-ED8F-84035EE8F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0B22EB-0641-5270-293B-DB61AD449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165249-E16E-6DBC-6BB0-12B2A47B8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096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BF1A2A-43CC-6412-3A63-4D86D317F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D76B4E-1C15-65BA-D747-A0D64C6BCD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D1FE8E-CD12-32C4-3F4F-C20E00F32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DFA55C-FBF7-7E47-C44E-9E5E5368F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7E7645-14C0-590E-D1F5-D196B06E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5764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53032D-315F-DF10-1FB4-A54DF3B51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64B0258-BE2A-370D-0456-2E2037A86A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7D3A84-5E4C-4397-D4D8-0C735BD0A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4F6A02-EC31-FAE0-8701-853DB9A42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265BB-9553-FD1E-CECF-8A08EE60F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37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C69F3E-198E-63AE-3B26-8F9A28DE7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011A98-DA43-B8CF-E9DC-AD74C6B5D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3F06F1-8C8D-C2C4-5E98-CE7DBF0A7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8BDEF-2D22-42A7-A47C-AA5A5B0D488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B11DA8-2B0A-C57F-59DE-41A0AFF0B4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D8F399-E116-C5ED-083B-AC56640DFD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36A4D4-D3B5-4DA6-9A10-6C586FCED4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28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02029E5-3866-8812-64AD-AFA45F1405A8}"/>
              </a:ext>
            </a:extLst>
          </p:cNvPr>
          <p:cNvSpPr/>
          <p:nvPr/>
        </p:nvSpPr>
        <p:spPr>
          <a:xfrm>
            <a:off x="595281" y="902126"/>
            <a:ext cx="1896306" cy="247317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Index.html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3791AAA-AC8A-53ED-6FDA-E67EC9D820EB}"/>
              </a:ext>
            </a:extLst>
          </p:cNvPr>
          <p:cNvCxnSpPr>
            <a:stCxn id="4" idx="3"/>
          </p:cNvCxnSpPr>
          <p:nvPr/>
        </p:nvCxnSpPr>
        <p:spPr>
          <a:xfrm>
            <a:off x="2491587" y="2138714"/>
            <a:ext cx="2209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72B1835-0FEE-9A1E-3C75-F683A4B02680}"/>
              </a:ext>
            </a:extLst>
          </p:cNvPr>
          <p:cNvSpPr/>
          <p:nvPr/>
        </p:nvSpPr>
        <p:spPr>
          <a:xfrm>
            <a:off x="2755474" y="902126"/>
            <a:ext cx="1896306" cy="247317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Main.tsx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5911260-7202-EBE3-04C4-F34ADEA200DB}"/>
              </a:ext>
            </a:extLst>
          </p:cNvPr>
          <p:cNvSpPr/>
          <p:nvPr/>
        </p:nvSpPr>
        <p:spPr>
          <a:xfrm>
            <a:off x="5105911" y="902126"/>
            <a:ext cx="1963812" cy="247317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AppProviders.tsx</a:t>
            </a:r>
            <a:endParaRPr lang="en-US" altLang="ko-KR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9699D1D-C8EF-C686-B132-AF36C3B5CF21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4651780" y="2138714"/>
            <a:ext cx="4541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BE427FD-1948-0A61-3244-6F2DC9EE974F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7069723" y="1417627"/>
            <a:ext cx="454131" cy="721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C1BA05-09B2-C40C-366D-E250A05E033D}"/>
              </a:ext>
            </a:extLst>
          </p:cNvPr>
          <p:cNvSpPr/>
          <p:nvPr/>
        </p:nvSpPr>
        <p:spPr>
          <a:xfrm>
            <a:off x="7626139" y="902126"/>
            <a:ext cx="3043908" cy="96656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queryClient.tsx</a:t>
            </a:r>
            <a:endParaRPr lang="en-US" altLang="ko-KR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E3C0590-706F-3FB6-4467-5AD130203824}"/>
              </a:ext>
            </a:extLst>
          </p:cNvPr>
          <p:cNvSpPr/>
          <p:nvPr/>
        </p:nvSpPr>
        <p:spPr>
          <a:xfrm>
            <a:off x="7679324" y="2462436"/>
            <a:ext cx="2937537" cy="96656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Router.tsx</a:t>
            </a:r>
            <a:endParaRPr lang="ko-KR" altLang="en-US" dirty="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ED1282D-C729-2B23-5652-9EB950D2247B}"/>
              </a:ext>
            </a:extLst>
          </p:cNvPr>
          <p:cNvCxnSpPr>
            <a:stCxn id="11" idx="3"/>
          </p:cNvCxnSpPr>
          <p:nvPr/>
        </p:nvCxnSpPr>
        <p:spPr>
          <a:xfrm>
            <a:off x="7069723" y="2138714"/>
            <a:ext cx="556416" cy="757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7E27F6E-F82E-E339-B0A8-BCFB8C426E54}"/>
              </a:ext>
            </a:extLst>
          </p:cNvPr>
          <p:cNvCxnSpPr>
            <a:stCxn id="21" idx="2"/>
          </p:cNvCxnSpPr>
          <p:nvPr/>
        </p:nvCxnSpPr>
        <p:spPr>
          <a:xfrm flipH="1">
            <a:off x="9148092" y="3429000"/>
            <a:ext cx="1" cy="627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74BB128-172C-CA2D-E1B1-FCFDA5C3E2F6}"/>
              </a:ext>
            </a:extLst>
          </p:cNvPr>
          <p:cNvSpPr/>
          <p:nvPr/>
        </p:nvSpPr>
        <p:spPr>
          <a:xfrm>
            <a:off x="7679324" y="4142416"/>
            <a:ext cx="2937537" cy="84689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ProjectListPage.tsx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8752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>
            <a:lumMod val="25000"/>
            <a:lumOff val="75000"/>
          </a:schemeClr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</Words>
  <Application>Microsoft Office PowerPoint</Application>
  <PresentationFormat>와이드스크린</PresentationFormat>
  <Paragraphs>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C4004</dc:creator>
  <cp:lastModifiedBy>C4004</cp:lastModifiedBy>
  <cp:revision>1</cp:revision>
  <dcterms:created xsi:type="dcterms:W3CDTF">2026-01-01T13:03:46Z</dcterms:created>
  <dcterms:modified xsi:type="dcterms:W3CDTF">2026-01-01T13:11:24Z</dcterms:modified>
</cp:coreProperties>
</file>
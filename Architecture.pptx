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2AC59F-8B55-1916-C2C5-4E14335B4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39A879-7D1A-C566-BF02-8950B2E6A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D80B46-7C99-13AF-8728-84FC37D5F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BDEF-2D22-42A7-A47C-AA5A5B0D488F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B02289-1D7A-4D7D-03EB-68C2D006B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5D177D-15A5-E462-5611-FA1010A4F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A4D4-D3B5-4DA6-9A10-6C586FCED4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094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F1B63-85FC-78A5-E3BC-25E8E67FF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AB2A92-3BD4-FC8E-6FA1-7FB9D7B01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4F3EC2-BF20-20AB-BD2C-D8E55D224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BDEF-2D22-42A7-A47C-AA5A5B0D488F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F837AB-64D5-0726-8F46-B65DF0B6C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6C9533-24B2-2DF4-10CE-A2FFBCBDF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A4D4-D3B5-4DA6-9A10-6C586FCED4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302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D16C4-090E-9D18-B5E4-F56744B65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22C869-1BA3-A0D6-2FAB-36DF13122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624904-EFC0-2E6B-B622-54CFCC04F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BDEF-2D22-42A7-A47C-AA5A5B0D488F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F511C0-E176-5175-3E3E-FCE0E40CC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D89B29-990A-1FF0-C03C-25C24C9A8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A4D4-D3B5-4DA6-9A10-6C586FCED4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837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57508-4E21-CA07-50ED-C6C45229D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CA4D5-6A42-0BF9-235C-9C0F4235C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EF77AC-BDAE-F96A-4357-E879CBD43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63D059-A6F4-4F63-F192-E69FBF981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BDEF-2D22-42A7-A47C-AA5A5B0D488F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4FF1BF-F75C-7D15-A35A-6D54639AD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DB8ED-4A60-A503-D22A-151128A4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A4D4-D3B5-4DA6-9A10-6C586FCED4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694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6BF81-8DF8-7C6B-FDF6-DFDB7A404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9603DE-CC23-A83B-A7FA-0BB3B3DC0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089D44-F9E5-9F5E-1321-7540E2BC0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4C9832-5348-F636-D51D-186528C2F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46FA82-39C1-988A-0E92-2408E760D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67270AE-DBC7-A3DF-9B37-0902DB61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BDEF-2D22-42A7-A47C-AA5A5B0D488F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A14CE2A-941D-57B9-6E57-7D14A7F0D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3383E2-F4B7-F0C7-39C5-0DF588F9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A4D4-D3B5-4DA6-9A10-6C586FCED4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668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7F6C1-81C3-B15A-04AE-733A38BE7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22F45D-6A29-D240-9F9D-F4EEBD48B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BDEF-2D22-42A7-A47C-AA5A5B0D488F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4469AF-4A12-7CC0-6BE0-A19CB56F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C135-6DAC-EC95-5C20-76250E36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A4D4-D3B5-4DA6-9A10-6C586FCED4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25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07BA6E-A72F-52BE-EBF5-C11249631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BDEF-2D22-42A7-A47C-AA5A5B0D488F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342DD5-564D-B1E3-C5CE-6B48CE8F2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3E8A1A-5372-6964-ACA5-F708A493E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A4D4-D3B5-4DA6-9A10-6C586FCED4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13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E1141-1BCB-6D34-D22F-4C9988D37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28520-3821-3712-ACA2-BD2F86F24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645626-DB7B-6B88-7599-2D80B515E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8A37FC-3A91-EC41-4241-94FBA8D0A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BDEF-2D22-42A7-A47C-AA5A5B0D488F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7CBC0D-4020-24E6-4E7F-6DB8A1C35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A10E8E-F945-E260-F37E-411DE7BCD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A4D4-D3B5-4DA6-9A10-6C586FCED4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272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19C84-9FEE-88E6-02ED-96C11FECF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75A891-7D29-6213-7CF5-938914443A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85FC26-C810-A2B4-D34E-AEE7C7E6F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021DB5-36AA-151F-ED8F-84035EE8F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BDEF-2D22-42A7-A47C-AA5A5B0D488F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0B22EB-0641-5270-293B-DB61AD449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165249-E16E-6DBC-6BB0-12B2A47B8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A4D4-D3B5-4DA6-9A10-6C586FCED4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961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BF1A2A-43CC-6412-3A63-4D86D317F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D76B4E-1C15-65BA-D747-A0D64C6BC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D1FE8E-CD12-32C4-3F4F-C20E00F32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BDEF-2D22-42A7-A47C-AA5A5B0D488F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DFA55C-FBF7-7E47-C44E-9E5E5368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7E7645-14C0-590E-D1F5-D196B06E0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A4D4-D3B5-4DA6-9A10-6C586FCED4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764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53032D-315F-DF10-1FB4-A54DF3B51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4B0258-BE2A-370D-0456-2E2037A86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3A84-5E4C-4397-D4D8-0C735BD0A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BDEF-2D22-42A7-A47C-AA5A5B0D488F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4F6A02-EC31-FAE0-8701-853DB9A42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F265BB-9553-FD1E-CECF-8A08EE60F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A4D4-D3B5-4DA6-9A10-6C586FCED4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337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C69F3E-198E-63AE-3B26-8F9A28DE7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011A98-DA43-B8CF-E9DC-AD74C6B5D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F06F1-8C8D-C2C4-5E98-CE7DBF0A73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8BDEF-2D22-42A7-A47C-AA5A5B0D488F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B11DA8-2B0A-C57F-59DE-41A0AFF0B4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D8F399-E116-C5ED-083B-AC56640DFD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6A4D4-D3B5-4DA6-9A10-6C586FCED4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28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02029E5-3866-8812-64AD-AFA45F1405A8}"/>
              </a:ext>
            </a:extLst>
          </p:cNvPr>
          <p:cNvSpPr/>
          <p:nvPr/>
        </p:nvSpPr>
        <p:spPr>
          <a:xfrm>
            <a:off x="595281" y="902126"/>
            <a:ext cx="1896306" cy="247317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Index.html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3791AAA-AC8A-53ED-6FDA-E67EC9D820EB}"/>
              </a:ext>
            </a:extLst>
          </p:cNvPr>
          <p:cNvCxnSpPr>
            <a:stCxn id="4" idx="3"/>
          </p:cNvCxnSpPr>
          <p:nvPr/>
        </p:nvCxnSpPr>
        <p:spPr>
          <a:xfrm>
            <a:off x="2491587" y="2138714"/>
            <a:ext cx="2209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72B1835-0FEE-9A1E-3C75-F683A4B02680}"/>
              </a:ext>
            </a:extLst>
          </p:cNvPr>
          <p:cNvSpPr/>
          <p:nvPr/>
        </p:nvSpPr>
        <p:spPr>
          <a:xfrm>
            <a:off x="2755474" y="902126"/>
            <a:ext cx="1896306" cy="247317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Main.tsx</a:t>
            </a:r>
            <a:endParaRPr lang="en-US" altLang="ko-KR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911260-7202-EBE3-04C4-F34ADEA200DB}"/>
              </a:ext>
            </a:extLst>
          </p:cNvPr>
          <p:cNvSpPr/>
          <p:nvPr/>
        </p:nvSpPr>
        <p:spPr>
          <a:xfrm>
            <a:off x="5105911" y="902126"/>
            <a:ext cx="1963812" cy="247317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AppProviders.tsx</a:t>
            </a:r>
            <a:endParaRPr lang="en-US" altLang="ko-KR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9699D1D-C8EF-C686-B132-AF36C3B5CF21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4651780" y="2138714"/>
            <a:ext cx="4541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BE427FD-1948-0A61-3244-6F2DC9EE974F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7069723" y="1417627"/>
            <a:ext cx="454131" cy="721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8C1BA05-09B2-C40C-366D-E250A05E033D}"/>
              </a:ext>
            </a:extLst>
          </p:cNvPr>
          <p:cNvSpPr/>
          <p:nvPr/>
        </p:nvSpPr>
        <p:spPr>
          <a:xfrm>
            <a:off x="7626139" y="902126"/>
            <a:ext cx="3043908" cy="96656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queryClient.tsx</a:t>
            </a:r>
            <a:endParaRPr lang="en-US" altLang="ko-KR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3C0590-706F-3FB6-4467-5AD130203824}"/>
              </a:ext>
            </a:extLst>
          </p:cNvPr>
          <p:cNvSpPr/>
          <p:nvPr/>
        </p:nvSpPr>
        <p:spPr>
          <a:xfrm>
            <a:off x="7679324" y="2462436"/>
            <a:ext cx="2937537" cy="96656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Router.tsx</a:t>
            </a:r>
            <a:endParaRPr lang="ko-KR" altLang="en-US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ED1282D-C729-2B23-5652-9EB950D2247B}"/>
              </a:ext>
            </a:extLst>
          </p:cNvPr>
          <p:cNvCxnSpPr>
            <a:stCxn id="11" idx="3"/>
          </p:cNvCxnSpPr>
          <p:nvPr/>
        </p:nvCxnSpPr>
        <p:spPr>
          <a:xfrm>
            <a:off x="7069723" y="2138714"/>
            <a:ext cx="556416" cy="757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7E27F6E-F82E-E339-B0A8-BCFB8C426E54}"/>
              </a:ext>
            </a:extLst>
          </p:cNvPr>
          <p:cNvCxnSpPr>
            <a:stCxn id="21" idx="2"/>
          </p:cNvCxnSpPr>
          <p:nvPr/>
        </p:nvCxnSpPr>
        <p:spPr>
          <a:xfrm flipH="1">
            <a:off x="9148092" y="3429000"/>
            <a:ext cx="1" cy="627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74BB128-172C-CA2D-E1B1-FCFDA5C3E2F6}"/>
              </a:ext>
            </a:extLst>
          </p:cNvPr>
          <p:cNvSpPr/>
          <p:nvPr/>
        </p:nvSpPr>
        <p:spPr>
          <a:xfrm>
            <a:off x="7679324" y="4142416"/>
            <a:ext cx="2937537" cy="84689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ProjectListPage.tsx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58752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09DD6E-0468-94EB-0E41-769581060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62" y="625964"/>
            <a:ext cx="2651335" cy="46517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94CD9F-58FE-CC93-B234-2C096CBC642C}"/>
              </a:ext>
            </a:extLst>
          </p:cNvPr>
          <p:cNvSpPr txBox="1"/>
          <p:nvPr/>
        </p:nvSpPr>
        <p:spPr>
          <a:xfrm>
            <a:off x="128875" y="14728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프로젝트 구조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84207A-B9DE-579A-20AB-F0242FDD0BC9}"/>
              </a:ext>
            </a:extLst>
          </p:cNvPr>
          <p:cNvSpPr txBox="1"/>
          <p:nvPr/>
        </p:nvSpPr>
        <p:spPr>
          <a:xfrm>
            <a:off x="4768381" y="14728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프로젝트 흐름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D26EFC-E7EB-B15B-31A4-B0DB3C2AEDD0}"/>
              </a:ext>
            </a:extLst>
          </p:cNvPr>
          <p:cNvSpPr txBox="1"/>
          <p:nvPr/>
        </p:nvSpPr>
        <p:spPr>
          <a:xfrm>
            <a:off x="4768381" y="748703"/>
            <a:ext cx="5347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타입 정의 → 데이터 준비 → 화면 조립 → </a:t>
            </a:r>
            <a:r>
              <a:rPr lang="en-US" altLang="ko-KR" dirty="0"/>
              <a:t>UI </a:t>
            </a:r>
            <a:r>
              <a:rPr lang="ko-KR" altLang="en-US" dirty="0"/>
              <a:t>표현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86DF76-E41B-8933-7B67-30A0506F8C9F}"/>
              </a:ext>
            </a:extLst>
          </p:cNvPr>
          <p:cNvSpPr txBox="1"/>
          <p:nvPr/>
        </p:nvSpPr>
        <p:spPr>
          <a:xfrm>
            <a:off x="4872708" y="1082330"/>
            <a:ext cx="941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(features)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2CA54C-B1D3-9FE2-AF08-533B3A7AB300}"/>
              </a:ext>
            </a:extLst>
          </p:cNvPr>
          <p:cNvSpPr txBox="1"/>
          <p:nvPr/>
        </p:nvSpPr>
        <p:spPr>
          <a:xfrm>
            <a:off x="6419795" y="1082330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(hooks)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C26291-6957-8FB5-3C03-2539A0EE882E}"/>
              </a:ext>
            </a:extLst>
          </p:cNvPr>
          <p:cNvSpPr txBox="1"/>
          <p:nvPr/>
        </p:nvSpPr>
        <p:spPr>
          <a:xfrm>
            <a:off x="7929475" y="1082330"/>
            <a:ext cx="7736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(pages)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E91FF8-DC99-F7C4-08BC-B0655E629922}"/>
              </a:ext>
            </a:extLst>
          </p:cNvPr>
          <p:cNvSpPr txBox="1"/>
          <p:nvPr/>
        </p:nvSpPr>
        <p:spPr>
          <a:xfrm>
            <a:off x="8991161" y="1082330"/>
            <a:ext cx="1305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(components)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65167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FAA341-C0CB-CF01-E7FB-7F4F65C65E83}"/>
              </a:ext>
            </a:extLst>
          </p:cNvPr>
          <p:cNvSpPr txBox="1"/>
          <p:nvPr/>
        </p:nvSpPr>
        <p:spPr>
          <a:xfrm>
            <a:off x="319120" y="270024"/>
            <a:ext cx="2460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React </a:t>
            </a:r>
            <a:r>
              <a:rPr lang="ko-KR" altLang="en-US" dirty="0"/>
              <a:t>개념 정리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EF11D-1EC8-1C4E-29F1-669CB677EA07}"/>
              </a:ext>
            </a:extLst>
          </p:cNvPr>
          <p:cNvSpPr txBox="1"/>
          <p:nvPr/>
        </p:nvSpPr>
        <p:spPr>
          <a:xfrm>
            <a:off x="466405" y="945085"/>
            <a:ext cx="3724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Component : </a:t>
            </a:r>
            <a:r>
              <a:rPr lang="ko-KR" altLang="en-US" dirty="0"/>
              <a:t>화면을 그리는 함수</a:t>
            </a:r>
          </a:p>
        </p:txBody>
      </p:sp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1E30B4-A964-0386-8FA3-9DA621FA9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70" y="1867029"/>
            <a:ext cx="3671932" cy="18509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E77E05-0022-C70E-B408-64CBDC90A44E}"/>
              </a:ext>
            </a:extLst>
          </p:cNvPr>
          <p:cNvSpPr txBox="1"/>
          <p:nvPr/>
        </p:nvSpPr>
        <p:spPr>
          <a:xfrm>
            <a:off x="632102" y="1314417"/>
            <a:ext cx="1033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입력 </a:t>
            </a:r>
            <a:r>
              <a:rPr lang="en-US" altLang="ko-KR" sz="1200" dirty="0"/>
              <a:t>: props</a:t>
            </a:r>
          </a:p>
          <a:p>
            <a:r>
              <a:rPr lang="ko-KR" altLang="en-US" sz="1200" dirty="0"/>
              <a:t>출력 </a:t>
            </a:r>
            <a:r>
              <a:rPr lang="en-US" altLang="ko-KR" sz="1200" dirty="0"/>
              <a:t>: JSX 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E0DFC2-19BC-6D90-5FD6-56D918DBC6EA}"/>
              </a:ext>
            </a:extLst>
          </p:cNvPr>
          <p:cNvSpPr txBox="1"/>
          <p:nvPr/>
        </p:nvSpPr>
        <p:spPr>
          <a:xfrm>
            <a:off x="5308430" y="1049412"/>
            <a:ext cx="3754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JSX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JS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HTML</a:t>
            </a:r>
            <a:r>
              <a:rPr lang="ko-KR" altLang="en-US" dirty="0"/>
              <a:t> 처럼 보이는 문법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0F778B8-E10D-6933-D4ED-DA6512690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431" y="1776082"/>
            <a:ext cx="3043908" cy="235440"/>
          </a:xfrm>
          <a:prstGeom prst="rect">
            <a:avLst/>
          </a:prstGeom>
        </p:spPr>
      </p:pic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0C9B34C2-0507-7461-6FD4-88D954285AC0}"/>
              </a:ext>
            </a:extLst>
          </p:cNvPr>
          <p:cNvSpPr/>
          <p:nvPr/>
        </p:nvSpPr>
        <p:spPr>
          <a:xfrm rot="5400000">
            <a:off x="6630935" y="2218492"/>
            <a:ext cx="398899" cy="165697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A091CC9-29E3-7B6D-A191-8CC213975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430" y="2591159"/>
            <a:ext cx="3043909" cy="26721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E0E4007-A9C5-0F05-07CD-80A95F9547BE}"/>
              </a:ext>
            </a:extLst>
          </p:cNvPr>
          <p:cNvSpPr txBox="1"/>
          <p:nvPr/>
        </p:nvSpPr>
        <p:spPr>
          <a:xfrm>
            <a:off x="6913233" y="2060050"/>
            <a:ext cx="2194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HTML</a:t>
            </a:r>
            <a:r>
              <a:rPr lang="ko-KR" altLang="en-US" sz="1200" dirty="0"/>
              <a:t> 태그처럼 생겼지만</a:t>
            </a:r>
            <a:endParaRPr lang="en-US" altLang="ko-KR" sz="1200" dirty="0"/>
          </a:p>
          <a:p>
            <a:r>
              <a:rPr lang="ko-KR" altLang="en-US" sz="1200" dirty="0"/>
              <a:t>실제로는</a:t>
            </a:r>
            <a:r>
              <a:rPr lang="en-US" altLang="ko-KR" sz="1200" dirty="0"/>
              <a:t> </a:t>
            </a:r>
            <a:r>
              <a:rPr lang="ko-KR" altLang="en-US" sz="1200" dirty="0"/>
              <a:t>화면을 그리는 함수</a:t>
            </a: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3AED8A07-5D2A-B5C1-DDF3-8B844F5907C7}"/>
              </a:ext>
            </a:extLst>
          </p:cNvPr>
          <p:cNvCxnSpPr>
            <a:endCxn id="13" idx="1"/>
          </p:cNvCxnSpPr>
          <p:nvPr/>
        </p:nvCxnSpPr>
        <p:spPr>
          <a:xfrm flipV="1">
            <a:off x="1472859" y="1234078"/>
            <a:ext cx="3835571" cy="416752"/>
          </a:xfrm>
          <a:prstGeom prst="bentConnector3">
            <a:avLst>
              <a:gd name="adj1" fmla="val 748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811AF1E6-ABCB-EBB5-C2F1-28B087D231CF}"/>
              </a:ext>
            </a:extLst>
          </p:cNvPr>
          <p:cNvCxnSpPr>
            <a:cxnSpLocks/>
          </p:cNvCxnSpPr>
          <p:nvPr/>
        </p:nvCxnSpPr>
        <p:spPr>
          <a:xfrm>
            <a:off x="1549571" y="1442454"/>
            <a:ext cx="3756707" cy="2031039"/>
          </a:xfrm>
          <a:prstGeom prst="bentConnector3">
            <a:avLst>
              <a:gd name="adj1" fmla="val 9035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4E7B02A-EEF9-C0C7-64C5-DAE849E34F91}"/>
              </a:ext>
            </a:extLst>
          </p:cNvPr>
          <p:cNvSpPr txBox="1"/>
          <p:nvPr/>
        </p:nvSpPr>
        <p:spPr>
          <a:xfrm>
            <a:off x="5439985" y="3277378"/>
            <a:ext cx="446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Props : </a:t>
            </a:r>
            <a:r>
              <a:rPr lang="ko-KR" altLang="en-US" dirty="0"/>
              <a:t>부모가 자식에게 내려주는 데이터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44F66C-A1C7-21CD-0C12-2376510A9074}"/>
              </a:ext>
            </a:extLst>
          </p:cNvPr>
          <p:cNvSpPr txBox="1"/>
          <p:nvPr/>
        </p:nvSpPr>
        <p:spPr>
          <a:xfrm>
            <a:off x="5618344" y="3614035"/>
            <a:ext cx="18325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자식은 읽기만 가능하다</a:t>
            </a:r>
          </a:p>
        </p:txBody>
      </p:sp>
    </p:spTree>
    <p:extLst>
      <p:ext uri="{BB962C8B-B14F-4D97-AF65-F5344CB8AC3E}">
        <p14:creationId xmlns:p14="http://schemas.microsoft.com/office/powerpoint/2010/main" val="3665313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5000"/>
            <a:lumOff val="75000"/>
          </a:schemeClr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83</Words>
  <Application>Microsoft Office PowerPoint</Application>
  <PresentationFormat>와이드스크린</PresentationFormat>
  <Paragraphs>22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C4004</dc:creator>
  <cp:lastModifiedBy>C4004</cp:lastModifiedBy>
  <cp:revision>2</cp:revision>
  <dcterms:created xsi:type="dcterms:W3CDTF">2026-01-01T13:03:46Z</dcterms:created>
  <dcterms:modified xsi:type="dcterms:W3CDTF">2026-01-02T15:34:42Z</dcterms:modified>
</cp:coreProperties>
</file>